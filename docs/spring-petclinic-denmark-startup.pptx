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645920" cy="25831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502920"/>
            <a:ext cx="256032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🇩🇰  STARTUP EVENT — DENMARK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Spring PetClinic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Building Modern Java Applications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</a:rPr>
              <a:t>with Spring Boot 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reference implementation showcasing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Spring Boot · Spring MVC · Spring Data JPA · Thymeleaf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spring-petclinic.github.io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is Spring PetClinic?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E4B"/>
                </a:solidFill>
              </a:rPr>
              <a:t>The gold standard for learning Spring Boot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 fully functional veterinary clinic management application used worldwide to demonstrate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Spring Boot best practices, modern Java architecture, and cloud-native deployment.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116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33272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</a:rPr>
              <a:t>Reference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Maintained by the Spring team as the canonical Spring Boot demo application.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176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22392" y="2121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</a:rPr>
              <a:t>Learning Resource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22392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Thousands of developers learn Spring Boot patterns by studying this codebase.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33272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</a:rPr>
              <a:t>Open Source Community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" y="35844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Multiple forks: Angular, Vue, React, reactive, Kotlin — all using PetClinic as base.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2004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22392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4B"/>
                </a:solidFill>
              </a:rPr>
              <a:t>Cloud-Native Ready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35844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Ships with Kubernetes manifests, Docker Compose, and container image building support.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Technology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8580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Spring Boot 4.0.3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" y="1280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Latest major release — faster startup, modular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68580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68580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822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7764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Java 17+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872" y="1280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LTS release with records, sealed classes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46520" y="685800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68580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822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822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Spring Data JPA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11112" y="1280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Repository pattern over JPA / Hibernate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039112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039112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Spring MVC + Thymeleaf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" y="26334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Server-side rendering, natural HTML templates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2039112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039112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7764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H2 · MySQL · PostgreSQL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47872" y="26334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Profile-based database switching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46520" y="2039112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2039112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176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4088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Caffeine Cache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11112" y="26334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In-memory JCache for vet data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392424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392424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3529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Docker + Kubernetes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" y="39867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docker-compose.yml + k8s/ manifests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83280" y="3392424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3280" y="3392424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977640" y="3529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Spring Boot Test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47872" y="39867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@WebMvcTest · @DataJpaTest · Testcontainers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46520" y="3392424"/>
            <a:ext cx="2697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46520" y="3392424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040880" y="35295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Bootstrap 5.3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611112" y="39867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Responsive UI, Font Awesome icons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Feature: Owner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Register and manage pet owners with full CRUD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7548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06984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0698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069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51560"/>
            <a:ext cx="4160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localhost:8080/owners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4754880" cy="29260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🐾  PetClinic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" y="1600200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6367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🔍  Find Owners by Last Name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190195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────────────────────────────────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" y="2130552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167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👤  George Franklin  |  110 W. Liberty St  |  Madison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24323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👤  Betty Davis      |  638 Cardinal Ave   |  Sun Prairie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" y="2660904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6974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👤  Eduardo Rodriquez |  2693 Commerce St  |  McFarland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" y="296265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👤  Harold Davis     |  563 Friendly St    |  Windsor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" y="3191256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32278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[Add Owner]  [Next Page &gt;]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30368" y="10058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30368" y="100584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078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Search by name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76672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Filter owners by last name with paginated results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30368" y="19202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30368" y="192024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1993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Full profile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76672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Address, city, telephone; linked pets &amp; visits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30368" y="28346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30368" y="283464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907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Add / Edit owners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76672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Form validation with JSR-380 constraints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30368" y="37490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30368" y="3749040"/>
            <a:ext cx="6400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Pet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76672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See all pets and upcoming visits from owner page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Route: GET /owners  ·  GET /owners/{id}  ·  POST /owners/new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Feature: Pet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Add and manage pets with type classification and birth dates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7548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06984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0698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069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51560"/>
            <a:ext cx="4160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localhost:8080/owners/1/pets/new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4754880" cy="29260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🐾  PetClinic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" y="1600200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6367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Add Pet for George Franklin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190195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──────────────────────────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" y="2130552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167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Name       [ Leo            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24323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Birth Date [ 2020-09-07     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" y="2660904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6974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Type       [ Cat         ▼ 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" y="296265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                             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" y="3191256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32278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   [Add Pet]   [Cancel]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30368" y="10058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30368" y="100584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1078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Multiple pet types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76672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Cat, dog, bird, hamster, lizard, snake — extensible reference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30368" y="19202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30368" y="192024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76672" y="1993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Birth date tracking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76672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LocalDate with automatic age calculation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30368" y="28346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30368" y="283464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907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Owner association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76672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Each pet is linked to exactly one owner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30368" y="37490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30368" y="3749040"/>
            <a:ext cx="64008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76672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Visit history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376672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Full visit log accessible from pet profile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Route: GET /owners/{id}/pets/new  ·  POST /owners/{id}/pets/new  ·  GET /owners/{id}/pets/{petId}/edit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Feature: Visit Scheduling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Record and track veterinary visits for every pet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754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75488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06984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0698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069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51560"/>
            <a:ext cx="4160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localhost:8080/owners/1/pets/1/visits/new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4754880" cy="29260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🐾  PetClinic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" y="1600200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6367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New Visit — Leo (Cat)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190195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" y="2130552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167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Date        [ 2025-03-26   ]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24323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Description [ Annual check 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" y="2660904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6974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                            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" y="296265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Previous Visits: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" y="3191256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3227832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2024-01-15  Neutered       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8056" y="34930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2023-06-01  Vaccination      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4904" y="3721608"/>
            <a:ext cx="464515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75818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   [Add Visit]   [Cancel]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30368" y="10058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30368" y="1005840"/>
            <a:ext cx="640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078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Date defaults to today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76672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LocalDate auto-populated, fully editable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30368" y="19202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30368" y="1920240"/>
            <a:ext cx="640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19933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Free-text description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76672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Open notes field for any clinical summary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30368" y="28346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30368" y="2834640"/>
            <a:ext cx="640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6672" y="2907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Visit history inline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76672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Previous visits shown on the same form page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30368" y="3749040"/>
            <a:ext cx="3611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30368" y="3749040"/>
            <a:ext cx="640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</a:rPr>
              <a:t>Linked to owner view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76672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 visits visible from the owner detail page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Route: GET /owners/{id}/pets/{petId}/visits/new  ·  POST /owners/{id}/pets/{petId}/visits/new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Feature: Veterinarian Directory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Browse vets and their specialties — available as HTML and REST JSON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2062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069848"/>
            <a:ext cx="91440" cy="914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069848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0698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051560"/>
            <a:ext cx="3611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localhost:8080/vets.html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261872"/>
            <a:ext cx="4206240" cy="29260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61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🐾  PetClinic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" y="1600200"/>
            <a:ext cx="409651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" y="163677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Our Veterinarians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056" y="19019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──────────────────────────────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4904" y="2130552"/>
            <a:ext cx="409651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1671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Dr. James Carter        None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" y="243230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Dr. Helen Leary     Radiology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" y="2660904"/>
            <a:ext cx="409651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" y="26974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Dr. Linda Douglas    Dentistry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8056" y="29626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Dr. Rafael Ortega     Surgery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" y="3191256"/>
            <a:ext cx="409651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322783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Dr. Henry Stevens       None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8056" y="34930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Dr. Sharon Jenkins   Radiology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4904" y="3721608"/>
            <a:ext cx="4096512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7581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  [&lt; Prev]  Page 1 of 2  [Next &gt;]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005840"/>
            <a:ext cx="41148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0241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GET /vets  →  application/json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13350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"vetList": [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1591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"id": 1,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73168" y="18470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"firstName": "James",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3168" y="2103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"lastName": "Carter",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2359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"specialties": [] },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73168" y="26151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"id": 2,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2871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"firstName": "Helen",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73168" y="3127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"specialties": [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73168" y="3383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"name": "radiology" }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73168" y="36393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 }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38953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}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Dual endpoint — same data served as HTML page or REST API  ·  Vet data cached with Caffeine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Domain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Clean domain-driven design with 6 entities and base class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651760" cy="329184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42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" y="1408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655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firstName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lastName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2148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address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642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telephone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6517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042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28416" y="1408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1655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name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8416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birthDate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28416" y="2148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type: PetType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651760" cy="32918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0424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14081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54496" y="1655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54496" y="19019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description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063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063240"/>
            <a:ext cx="265176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2336" y="3465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2336" y="3712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firstName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2336" y="39593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lastName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" y="4206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specialties[]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0" y="3063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063240"/>
            <a:ext cx="265176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PetType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28416" y="3465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28416" y="3712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name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06324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3063240"/>
            <a:ext cx="265176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Specialty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54496" y="34655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54496" y="3712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name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" y="4818888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Owner 1──* Pet  ·  Pet 1──* Visit  ·  Vet *──* Specialty  ·  Pet *──1 PetType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Overview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621792"/>
            <a:ext cx="5029200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62179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 Browser / REST Client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225296"/>
            <a:ext cx="6400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225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1389888"/>
            <a:ext cx="502920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38988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🎮  Spring MVC Controllers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993392"/>
            <a:ext cx="6400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933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157984"/>
            <a:ext cx="5029200" cy="603504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15798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🏗️  Domain Model + Formatters / Validators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2761488"/>
            <a:ext cx="6400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761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2926080"/>
            <a:ext cx="502920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292608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 Spring Data JPA Repositories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66160" y="3529584"/>
            <a:ext cx="6400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529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71600" y="3694176"/>
            <a:ext cx="5029200" cy="6035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371600" y="369417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💾  Database: H2 · MySQL · PostgreSQL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621792"/>
            <a:ext cx="21488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6766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Thymeleaf templates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for server-side 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75120" y="1389888"/>
            <a:ext cx="21488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Spring Boot Actuator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/actuator/health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157984"/>
            <a:ext cx="21488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JSR-380 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+ PetFormatter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2926080"/>
            <a:ext cx="21488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2980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Caffeine Cache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on Vet queries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3694176"/>
            <a:ext cx="2148840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Profile-based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switching via ENV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Cloud-Native Deployment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Run anywhere — from laptop to production Kubernetes cluster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78892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51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🐳  Local Development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642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spring-boot:run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04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in-memory 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443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DevTools hot-reload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8444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844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 at localhost:8080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64408" y="105156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051560"/>
            <a:ext cx="27889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1051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🐘  Docker Compose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401568" y="166420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6642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01568" y="230428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304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9.6 + PetClinic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294436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9443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volumes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1568" y="358444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5844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Ports: 8080 · 3306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08776" y="1051560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1051560"/>
            <a:ext cx="2788920" cy="47548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18504" y="1051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☸️  Kubernetes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45936" y="166420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16642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k8s/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45936" y="230428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2304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18 StatefulSet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45936" y="294436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29443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bindings secret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45936" y="3584448"/>
            <a:ext cx="25146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58444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 + Readiness probes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Container image built with: ./mvnw spring-boot:build-image  ·  No Dockerfile needed!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Testing Strategy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Comprehensive test pyramid — from unit slices to full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73152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97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@WebMvcTest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4081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Controller slice tests with MockMvc — verifies HTTP routes, form validation, model attributes. Example: OwnerControllerTests, VetControllerTests.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84248"/>
            <a:ext cx="73152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@DataJpaTest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4632" y="236829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Repository persistence tests with in-memory H2 — verifies queries, pagination, and entity mappings. Example: ClinicServiceTests.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4436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44368"/>
            <a:ext cx="73152" cy="8046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017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@SpringBootTest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" y="33284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Full context integration tests at RANDOM_PORT. MySQL profile uses Testcontainers @ServiceConnection for real DB testing.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90448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904488"/>
            <a:ext cx="73152" cy="8046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I18nPropertiesSyncTest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" y="42885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Enforces i18n: all Thymeleaf templates must use message keys, all locale bundles must stay in sync (de, es, it, ko, pt, ru, sv, tr).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Run all tests: ./mvnw test  ·  Run one class: ./mvnw test -Dtest=OwnerControllerTests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286000" cy="16687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645920" cy="25831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Get Started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Clone &amp; run in 30 seconds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585216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https://github.com/spring-projects/spring-petclinic.git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98648"/>
            <a:ext cx="585216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986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spring-petclinic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82696"/>
            <a:ext cx="585216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826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./mvnw spring-boot:run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666744"/>
            <a:ext cx="585216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6674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 http://localhost:8080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🌐  spring-petclinic.github.io  ·  ⭐  github.com/spring-projects/spring-petclinic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PetClinic — Startup Event Denmark</dc:title>
  <dc:subject>PptxGenJS Presentation</dc:subject>
  <dc:creator>Spring PetClinic</dc:creator>
  <cp:lastModifiedBy>Spring PetClinic</cp:lastModifiedBy>
  <cp:revision>1</cp:revision>
  <dcterms:created xsi:type="dcterms:W3CDTF">2026-03-26T10:00:06Z</dcterms:created>
  <dcterms:modified xsi:type="dcterms:W3CDTF">2026-03-26T10:00:06Z</dcterms:modified>
</cp:coreProperties>
</file>